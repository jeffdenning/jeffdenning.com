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2"/>
    <p:sldId id="283" r:id="rId3"/>
    <p:sldId id="272" r:id="rId4"/>
    <p:sldId id="284" r:id="rId5"/>
    <p:sldId id="287" r:id="rId6"/>
    <p:sldId id="286" r:id="rId7"/>
    <p:sldId id="285" r:id="rId8"/>
    <p:sldId id="289" r:id="rId9"/>
    <p:sldId id="288" r:id="rId10"/>
    <p:sldId id="292" r:id="rId11"/>
    <p:sldId id="291" r:id="rId12"/>
    <p:sldId id="294" r:id="rId13"/>
    <p:sldId id="293" r:id="rId14"/>
    <p:sldId id="290" r:id="rId15"/>
    <p:sldId id="260" r:id="rId16"/>
    <p:sldId id="264" r:id="rId17"/>
    <p:sldId id="280" r:id="rId18"/>
    <p:sldId id="281" r:id="rId19"/>
    <p:sldId id="282" r:id="rId20"/>
    <p:sldId id="261" r:id="rId21"/>
    <p:sldId id="270" r:id="rId22"/>
    <p:sldId id="262" r:id="rId23"/>
    <p:sldId id="271" r:id="rId24"/>
    <p:sldId id="274" r:id="rId25"/>
    <p:sldId id="27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F48"/>
    <a:srgbClr val="BF5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425"/>
    <p:restoredTop sz="94716"/>
  </p:normalViewPr>
  <p:slideViewPr>
    <p:cSldViewPr snapToGrid="0">
      <p:cViewPr varScale="1">
        <p:scale>
          <a:sx n="93" d="100"/>
          <a:sy n="93" d="100"/>
        </p:scale>
        <p:origin x="91" y="5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B6A44-F5E1-CF78-3173-933D7136E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B4CC51-3D5C-9A09-D2E1-D01B3CD20D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E83CD-ED55-380E-439E-329B84629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A4876-A033-AC07-F9D6-EFC297F25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CC7C7F-BFB0-3182-44DE-4068F7532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29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3C7D7-B501-EE40-2C71-2C432E35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1646D-9015-61BD-CE00-FDBAD5644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B8842-1DD1-3F0C-6AAD-F5BF388D5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E67EC-23FB-E328-27E2-A77236E8F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D9DA2-A05B-C279-BCCD-5C85682E0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520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27458-9F65-179B-7C87-7838A5936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5CB08-7E90-D9FD-D7A3-6F643E9CF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28BE3-3CB2-06C5-AF95-83FD92AEC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29A56-604A-3026-1A4C-F2062547B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C5772B-AEA7-F409-706C-70B18FB46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988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ACB6E-B38F-1D04-664B-D1964E1AE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27C1-02D3-B9D6-AEB2-1DEB6018E2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5E05EE-1E6D-EEBC-E3D1-40C80BB8D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8F2DB-9E13-21AC-FDDD-F29FB6F1B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5114F1-6729-F42D-81D1-7B88FE915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343BE-170C-4DEC-B204-6615A1DFB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528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54DCD-47BB-B031-2CEA-95B3A5E5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396DA-4294-9D21-03F2-DEECC599E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003FFF-F7AC-6393-4413-915528389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5B1D93-1D07-63B3-9250-C2E115D646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3D470A-02ED-D1E8-3C9C-A7220779BC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1913B6-8147-ABF0-8C3D-3E5EBD76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B9D7F-2CB4-D5E2-BE12-CE8774692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F9FDAD-7595-163B-697B-FAECA6878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42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974AE-1EC2-1023-79E6-6878E4428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AF4F49-2154-9C35-CEE9-694F04340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965CA-5BB7-58DE-BB32-5A09656CA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856E2-59AE-492F-BF58-616A2CC2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66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B0F25-DF29-DE79-C0DB-C7F714DE2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DAD825-DBAF-0AB2-2A4A-0C79349AD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4608E-07D2-90BE-7866-032BECAC2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09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B88ED-0A39-A220-1ED4-E49F9E160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32BFD-81E0-B070-3C6E-98C394FC7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3DDF3-7569-F8B5-8A5A-51EF5A4FF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CA082D-E7B3-9840-8D0C-D2B83110B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F873C1-2F18-0470-271F-EECB73470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8077E9-4356-5134-F920-28C83E8EA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499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6292F-562B-5084-4737-89C1C1755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BF1D08-2E5B-9148-72C9-76C270442A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6BD04-8C76-8AC3-87D7-FF1C64A989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6109D-C0E5-5F21-F6F3-D975D6C0C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F2658B-4716-18CF-C24B-4AFCBECDF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CB3864-35D9-0CAD-963E-F1599245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822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B23DA-ACDD-2C73-0B92-9525F5136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06C20B-ADA3-2BDA-D861-9C28EEF96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EDCBB-7971-F927-82C7-C595C2593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4D992-5933-3AB8-994B-D77E32EDD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4ED47-E5C2-83A9-5E26-1FCC863C2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62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C165DB-93C7-A6E4-7547-A765352DFE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B5793-76CA-F29C-A4DE-F80C59860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97B71-C464-28D9-D7D1-087F17C5E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0BE47-EBF0-BF95-9648-E67134BCD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6336B2-E8E9-4419-B31B-559A1D897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54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55C4C5-48A9-FD5E-AB96-5B77B114C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080B8-C529-4FB3-EB6D-EF29418086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8BB94-2E7F-71B3-0172-EF1B6CDC82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9D441C-2A8C-534E-8DB3-98D1843D586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49DDA-3064-C9C1-6325-8A53214EA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60C16-86E8-3520-E84F-E7003D8A5F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8A1CDC-379B-B246-A0F0-53EA3EF1C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710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32309-C9D4-59C1-7878-FAD3F8798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46896F-9B29-63CA-7161-C95ED6FA7070}"/>
              </a:ext>
            </a:extLst>
          </p:cNvPr>
          <p:cNvCxnSpPr>
            <a:cxnSpLocks/>
          </p:cNvCxnSpPr>
          <p:nvPr/>
        </p:nvCxnSpPr>
        <p:spPr>
          <a:xfrm>
            <a:off x="682438" y="4216771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9E85702F-FD21-EB86-ABA1-56CA7EAFBC6C}"/>
              </a:ext>
            </a:extLst>
          </p:cNvPr>
          <p:cNvSpPr txBox="1">
            <a:spLocks/>
          </p:cNvSpPr>
          <p:nvPr/>
        </p:nvSpPr>
        <p:spPr>
          <a:xfrm>
            <a:off x="490384" y="5657850"/>
            <a:ext cx="7886700" cy="67986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50000"/>
              </a:lnSpc>
              <a:spcAft>
                <a:spcPts val="0"/>
              </a:spcAft>
            </a:pPr>
            <a:r>
              <a:rPr lang="en-US" sz="1800" b="1" cap="all" baseline="0" dirty="0">
                <a:latin typeface="Arial" panose="020B0604020202020204" pitchFamily="34" charset="0"/>
                <a:cs typeface="Arial" panose="020B0604020202020204" pitchFamily="34" charset="0"/>
              </a:rPr>
              <a:t>Jeff Denning</a:t>
            </a:r>
          </a:p>
          <a:p>
            <a:pPr fontAlgn="auto">
              <a:lnSpc>
                <a:spcPct val="50000"/>
              </a:lnSpc>
              <a:spcAft>
                <a:spcPts val="0"/>
              </a:spcAft>
            </a:pPr>
            <a:endParaRPr lang="en-US" sz="1800" b="1" cap="all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F8698692-3E3D-8177-327D-000C3C54F685}"/>
              </a:ext>
            </a:extLst>
          </p:cNvPr>
          <p:cNvSpPr txBox="1">
            <a:spLocks/>
          </p:cNvSpPr>
          <p:nvPr/>
        </p:nvSpPr>
        <p:spPr>
          <a:xfrm>
            <a:off x="548640" y="520283"/>
            <a:ext cx="7828444" cy="3892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400" b="1" cap="all" baseline="0" dirty="0">
                <a:latin typeface="Arial Black" panose="020B0604020202020204" pitchFamily="34" charset="0"/>
                <a:cs typeface="Arial Black" panose="020B0604020202020204" pitchFamily="34" charset="0"/>
              </a:rPr>
              <a:t>Month </a:t>
            </a:r>
            <a:r>
              <a:rPr lang="en-US" sz="2400" b="1" cap="all" dirty="0">
                <a:latin typeface="Arial Black" panose="020B0604020202020204" pitchFamily="34" charset="0"/>
                <a:cs typeface="Arial Black" panose="020B0604020202020204" pitchFamily="34" charset="0"/>
              </a:rPr>
              <a:t>20XX</a:t>
            </a:r>
            <a:endParaRPr lang="en-US" sz="2400" b="1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7" name="Title Placeholder 7">
            <a:extLst>
              <a:ext uri="{FF2B5EF4-FFF2-40B4-BE49-F238E27FC236}">
                <a16:creationId xmlns:a16="http://schemas.microsoft.com/office/drawing/2014/main" id="{730E73B9-6883-D51E-A602-FCE2B5DD0ADD}"/>
              </a:ext>
            </a:extLst>
          </p:cNvPr>
          <p:cNvSpPr txBox="1">
            <a:spLocks/>
          </p:cNvSpPr>
          <p:nvPr/>
        </p:nvSpPr>
        <p:spPr>
          <a:xfrm>
            <a:off x="580029" y="1558735"/>
            <a:ext cx="10249334" cy="2571754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6000" dirty="0" err="1">
                <a:latin typeface="Arial Black" panose="020B0604020202020204" pitchFamily="34" charset="0"/>
                <a:cs typeface="Arial Black" panose="020B0604020202020204" pitchFamily="34" charset="0"/>
              </a:rPr>
              <a:t>Signalling</a:t>
            </a:r>
            <a:r>
              <a:rPr lang="en-US" sz="6000" dirty="0">
                <a:latin typeface="Arial Black" panose="020B0604020202020204" pitchFamily="34" charset="0"/>
                <a:cs typeface="Arial Black" panose="020B0604020202020204" pitchFamily="34" charset="0"/>
              </a:rPr>
              <a:t> vs Human Capital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8FCEC114-6430-C5A7-A08D-12F712AC9CDF}"/>
              </a:ext>
            </a:extLst>
          </p:cNvPr>
          <p:cNvSpPr txBox="1">
            <a:spLocks/>
          </p:cNvSpPr>
          <p:nvPr/>
        </p:nvSpPr>
        <p:spPr>
          <a:xfrm>
            <a:off x="548640" y="4373657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*The* most important debate in Economics of Education</a:t>
            </a:r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D6FCD882-3C8D-24F5-6E4F-9864EDCDA0D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241" y="100907"/>
            <a:ext cx="5156498" cy="1875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07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F97E21-E38C-8710-CD93-0F8749A9C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3E0FF296-1E8F-B6F7-A82C-7BC88BEBF006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7E636BC9-F2E0-D679-EE4E-FC0BB3DB7CBE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B5F9E308-94D4-7CEA-64B2-105E40853B55}"/>
              </a:ext>
            </a:extLst>
          </p:cNvPr>
          <p:cNvSpPr txBox="1">
            <a:spLocks/>
          </p:cNvSpPr>
          <p:nvPr/>
        </p:nvSpPr>
        <p:spPr>
          <a:xfrm>
            <a:off x="311087" y="1758282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fact in all economies of which I’m aware: people with more education are less likely to be unemployed, earn more money, etc.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97CB22-FD54-AECB-EB35-7306C1173D22}"/>
              </a:ext>
            </a:extLst>
          </p:cNvPr>
          <p:cNvCxnSpPr>
            <a:cxnSpLocks/>
          </p:cNvCxnSpPr>
          <p:nvPr/>
        </p:nvCxnSpPr>
        <p:spPr>
          <a:xfrm>
            <a:off x="3694579" y="1276347"/>
            <a:ext cx="8497421" cy="0"/>
          </a:xfrm>
          <a:prstGeom prst="line">
            <a:avLst/>
          </a:prstGeom>
          <a:ln w="19050">
            <a:solidFill>
              <a:srgbClr val="BF5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9016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C3037-41B8-12A9-23BE-7682AE16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BA508DDC-7F40-D6AE-9E07-DF6C8BE1886E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5E08FA11-B185-72BE-4B0F-F5A28506CEF7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is Human Capital?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24F45E7C-5372-E4C3-1AC6-7EE941C91F02}"/>
              </a:ext>
            </a:extLst>
          </p:cNvPr>
          <p:cNvSpPr txBox="1">
            <a:spLocks/>
          </p:cNvSpPr>
          <p:nvPr/>
        </p:nvSpPr>
        <p:spPr>
          <a:xfrm>
            <a:off x="311087" y="1900521"/>
            <a:ext cx="10854466" cy="44731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skill that is valued in the labor market.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Examples? Lebron James at basketball. Welder. HVAC Technician. 3</a:t>
            </a:r>
            <a:r>
              <a:rPr lang="en-US" sz="2400" baseline="30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Grade Teacher. Model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all are endowed with some human capital.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do you acquire human capital?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Only education?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 bar: What is Capital?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Bulldozer, Truck, </a:t>
            </a:r>
            <a:r>
              <a:rPr lang="en-US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are some differences in capital versus human capital?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</a:pPr>
            <a:endParaRPr lang="en-US" sz="2400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43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0042CE-4DF6-DC98-0673-8F5A0EEB3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9A3495C8-A152-F145-ED74-373ECE20AF8A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505D7AD7-F7F9-8774-840E-03D5136EC0DD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Human Capital vs. Capital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D49F5019-65D4-FD9D-5F61-6628F9EE0E0F}"/>
              </a:ext>
            </a:extLst>
          </p:cNvPr>
          <p:cNvSpPr txBox="1">
            <a:spLocks/>
          </p:cNvSpPr>
          <p:nvPr/>
        </p:nvSpPr>
        <p:spPr>
          <a:xfrm>
            <a:off x="311087" y="1751509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8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Similarities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Investment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of Return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</a:pPr>
            <a:r>
              <a:rPr lang="en-US" sz="28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Differences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Cannot be collateralized 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Can’t be transferred</a:t>
            </a:r>
          </a:p>
        </p:txBody>
      </p:sp>
    </p:spTree>
    <p:extLst>
      <p:ext uri="{BB962C8B-B14F-4D97-AF65-F5344CB8AC3E}">
        <p14:creationId xmlns:p14="http://schemas.microsoft.com/office/powerpoint/2010/main" val="25730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742005-536C-6689-99EA-12A06EFFD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82CA491-616E-4EDE-A3EF-E2A3E35189C7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7A2009FA-A635-FF45-84CE-15A4AF2DBF54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is this Useful?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085BE09-8B5E-0AEB-99E6-857F6DD83DA5}"/>
              </a:ext>
            </a:extLst>
          </p:cNvPr>
          <p:cNvSpPr txBox="1">
            <a:spLocks/>
          </p:cNvSpPr>
          <p:nvPr/>
        </p:nvSpPr>
        <p:spPr>
          <a:xfrm>
            <a:off x="311087" y="1900522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simple model for educational benefit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do you go to school?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the benefits of another year of schooling exceed the costs</a:t>
            </a:r>
          </a:p>
        </p:txBody>
      </p:sp>
    </p:spTree>
    <p:extLst>
      <p:ext uri="{BB962C8B-B14F-4D97-AF65-F5344CB8AC3E}">
        <p14:creationId xmlns:p14="http://schemas.microsoft.com/office/powerpoint/2010/main" val="336752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823FCD-E8E7-52B6-19CF-BACA2331F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0F11E22F-2A0D-FE5D-02EF-3A7C9711F129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C1544A53-BC85-950F-641A-7BD1FFDDF7DB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Signalling</a:t>
            </a:r>
            <a:endParaRPr lang="en-US" sz="4000" cap="none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25DAF94C-A53D-D984-608B-B7414D7C1FC8}"/>
              </a:ext>
            </a:extLst>
          </p:cNvPr>
          <p:cNvSpPr txBox="1">
            <a:spLocks/>
          </p:cNvSpPr>
          <p:nvPr/>
        </p:nvSpPr>
        <p:spPr>
          <a:xfrm>
            <a:off x="311087" y="1737962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Spence 1973, “Job Market </a:t>
            </a:r>
            <a:r>
              <a:rPr lang="en-US" sz="24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Signalling</a:t>
            </a: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” is the classic reference on job market </a:t>
            </a:r>
            <a:r>
              <a:rPr lang="en-US" sz="24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signalling</a:t>
            </a:r>
            <a:endParaRPr lang="en-US" sz="2400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 won a Nobel prize for his work, which was largely given for this paper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model is radically different in mechanisms but quite similar in empirical content—people with more education make more money</a:t>
            </a:r>
          </a:p>
        </p:txBody>
      </p:sp>
    </p:spTree>
    <p:extLst>
      <p:ext uri="{BB962C8B-B14F-4D97-AF65-F5344CB8AC3E}">
        <p14:creationId xmlns:p14="http://schemas.microsoft.com/office/powerpoint/2010/main" val="661669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E0EC08-2503-A0F2-0D16-7B2CDA484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FE40EE96-CF38-57DF-E0D6-CFBEFBAC05F0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B03311A4-F87D-3E42-BA88-7EB8D773D20C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8FE7CEB3-4D12-AB06-9C3B-866B439CF3D4}"/>
              </a:ext>
            </a:extLst>
          </p:cNvPr>
          <p:cNvSpPr txBox="1">
            <a:spLocks/>
          </p:cNvSpPr>
          <p:nvPr/>
        </p:nvSpPr>
        <p:spPr>
          <a:xfrm>
            <a:off x="311087" y="1812469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Schooling is worthless but hard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productive workers find schooling easier (less costly to acquire)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Who gets schooling in this case?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productive workers do and the less productive do not</a:t>
            </a:r>
          </a:p>
        </p:txBody>
      </p:sp>
    </p:spTree>
    <p:extLst>
      <p:ext uri="{BB962C8B-B14F-4D97-AF65-F5344CB8AC3E}">
        <p14:creationId xmlns:p14="http://schemas.microsoft.com/office/powerpoint/2010/main" val="362116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FA6805-C0ED-3951-36CB-1D6CE060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4445A2-74A4-2F46-179B-05984B514E28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4FDDD669-2EF3-E9E3-92B9-1A649CBD415E}"/>
              </a:ext>
            </a:extLst>
          </p:cNvPr>
          <p:cNvSpPr txBox="1">
            <a:spLocks/>
          </p:cNvSpPr>
          <p:nvPr/>
        </p:nvSpPr>
        <p:spPr>
          <a:xfrm>
            <a:off x="311087" y="905432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could you test?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2D4DE425-8EC8-C856-7A51-2FE4C7D4D9D1}"/>
              </a:ext>
            </a:extLst>
          </p:cNvPr>
          <p:cNvSpPr txBox="1">
            <a:spLocks/>
          </p:cNvSpPr>
          <p:nvPr/>
        </p:nvSpPr>
        <p:spPr>
          <a:xfrm>
            <a:off x="311087" y="1846335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75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A782BF-E697-E900-8F61-622D3B856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CEBCCD3C-0457-FB52-26C8-A83CA7590C8A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310E595B-36B5-AB44-7091-21B2558DACD3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could you test?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5DFF3F79-C231-E762-DFC4-4FBEED7A0979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Keep signal the same, vary the human capital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 more or less in your degree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Keep human capital the same, vary the signal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Randomly give out degrees</a:t>
            </a:r>
          </a:p>
        </p:txBody>
      </p:sp>
    </p:spTree>
    <p:extLst>
      <p:ext uri="{BB962C8B-B14F-4D97-AF65-F5344CB8AC3E}">
        <p14:creationId xmlns:p14="http://schemas.microsoft.com/office/powerpoint/2010/main" val="3862673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49781-8253-2616-B5D1-700067B5E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B2ED1CB2-C522-B736-FBCF-F25B46B711D2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49AC26CA-1624-E54E-64FD-B206038DD5EB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Case Study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4485A61D-6157-66EE-0023-3A3D349375F9}"/>
              </a:ext>
            </a:extLst>
          </p:cNvPr>
          <p:cNvSpPr txBox="1">
            <a:spLocks/>
          </p:cNvSpPr>
          <p:nvPr/>
        </p:nvSpPr>
        <p:spPr>
          <a:xfrm>
            <a:off x="311087" y="1853108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 Andes, top university in Colombia reduced coursework for their degree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Econ and Business, they got rid of required courses (after students had already decided to enroll)</a:t>
            </a:r>
            <a:br>
              <a:rPr lang="en-US" sz="24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2855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789122-0EF8-E80D-17CA-AE9A465BF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56686500-3D7D-EDD4-6AE5-BE51C7F11AAB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0EA70FBA-B654-A63E-AB84-E10BC366C17A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changed?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43E620C-5BD3-F3D7-057E-3991C7B30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67" y="1638299"/>
            <a:ext cx="5129730" cy="386502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588026-1437-C2B0-A068-8DEB987AC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6623" y="1433512"/>
            <a:ext cx="5429250" cy="399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595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81AC38-8DF7-3C1F-2C16-69F21B27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F717CCD7-0B91-6842-B1A0-582C8B6CA43F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26278A57-0AEF-B46E-660D-B6CD97040529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Win for Human Capital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ECD7A5B8-55CE-BCD2-96BD-29974CCB128D}"/>
              </a:ext>
            </a:extLst>
          </p:cNvPr>
          <p:cNvSpPr txBox="1">
            <a:spLocks/>
          </p:cNvSpPr>
          <p:nvPr/>
        </p:nvSpPr>
        <p:spPr>
          <a:xfrm>
            <a:off x="311087" y="3119722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BF57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E65AC6-6027-6DA9-05D8-066F632DE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1638299"/>
            <a:ext cx="2952750" cy="443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6373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03A2E-4809-53AB-2394-36B25038E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D0466CC-85D4-B3E2-3882-67523C33D2E8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673CFE60-3557-AE35-6FEC-DAC7A741B3D7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does this matter?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F3CFAB3-A667-F84D-AFF8-FAB809DBE694}"/>
              </a:ext>
            </a:extLst>
          </p:cNvPr>
          <p:cNvSpPr txBox="1">
            <a:spLocks/>
          </p:cNvSpPr>
          <p:nvPr/>
        </p:nvSpPr>
        <p:spPr>
          <a:xfrm>
            <a:off x="311087" y="1916998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the world is about signaling, should the government invest in education?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implications do elite colleges have for equity in both worlds?</a:t>
            </a:r>
          </a:p>
        </p:txBody>
      </p:sp>
    </p:spTree>
    <p:extLst>
      <p:ext uri="{BB962C8B-B14F-4D97-AF65-F5344CB8AC3E}">
        <p14:creationId xmlns:p14="http://schemas.microsoft.com/office/powerpoint/2010/main" val="160883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1F9618-F199-C8B4-98A4-92E803F04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8EEA22A5-8988-1C39-EB83-2268D870B6EB}"/>
              </a:ext>
            </a:extLst>
          </p:cNvPr>
          <p:cNvSpPr txBox="1">
            <a:spLocks/>
          </p:cNvSpPr>
          <p:nvPr/>
        </p:nvSpPr>
        <p:spPr>
          <a:xfrm>
            <a:off x="311087" y="2042833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sz="2400" dirty="0">
              <a:latin typeface="BentonSans Regular" panose="02000503040000020004" pitchFamily="2" charset="0"/>
            </a:endParaRPr>
          </a:p>
        </p:txBody>
      </p:sp>
      <p:sp>
        <p:nvSpPr>
          <p:cNvPr id="3" name="Title Placeholder 7">
            <a:extLst>
              <a:ext uri="{FF2B5EF4-FFF2-40B4-BE49-F238E27FC236}">
                <a16:creationId xmlns:a16="http://schemas.microsoft.com/office/drawing/2014/main" id="{EB2C7C68-689F-F1DE-2672-468C37CE5168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375AF9F5-958D-B5C9-1EF4-889B6DFBD1F0}"/>
              </a:ext>
            </a:extLst>
          </p:cNvPr>
          <p:cNvSpPr txBox="1">
            <a:spLocks/>
          </p:cNvSpPr>
          <p:nvPr/>
        </p:nvSpPr>
        <p:spPr>
          <a:xfrm>
            <a:off x="311087" y="1881468"/>
            <a:ext cx="10854466" cy="11486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 amet, consectetuer adipiscing elit. Maecenas porttitor congue massa. Fusce posuere, magna sed pulvinar ultricies, purus lectus malesuada libero, sit amet commodo magna eros quis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BFE6D4F7-DC99-0A53-29E0-67EF5837E5E2}"/>
              </a:ext>
            </a:extLst>
          </p:cNvPr>
          <p:cNvSpPr txBox="1">
            <a:spLocks/>
          </p:cNvSpPr>
          <p:nvPr/>
        </p:nvSpPr>
        <p:spPr>
          <a:xfrm>
            <a:off x="311087" y="3119722"/>
            <a:ext cx="10854466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 amet, consectetuer adipiscing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Maecenas porttitor congue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massa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Fusce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posuere, magna sed pulvinar ultricies, purus lectus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malesuada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libero. 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 amet commodo magna eros quis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5C571E4-A95D-9509-8B87-EB46C44B4299}"/>
              </a:ext>
            </a:extLst>
          </p:cNvPr>
          <p:cNvCxnSpPr>
            <a:cxnSpLocks/>
          </p:cNvCxnSpPr>
          <p:nvPr/>
        </p:nvCxnSpPr>
        <p:spPr>
          <a:xfrm>
            <a:off x="3694579" y="1276347"/>
            <a:ext cx="8497421" cy="0"/>
          </a:xfrm>
          <a:prstGeom prst="line">
            <a:avLst/>
          </a:prstGeom>
          <a:ln w="19050">
            <a:solidFill>
              <a:srgbClr val="BF5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0565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C910B3-5699-5826-37F9-958A52ADE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B81B5D73-A4FB-322C-D56C-7E75F0A1AC7E}"/>
              </a:ext>
            </a:extLst>
          </p:cNvPr>
          <p:cNvSpPr txBox="1">
            <a:spLocks/>
          </p:cNvSpPr>
          <p:nvPr/>
        </p:nvSpPr>
        <p:spPr>
          <a:xfrm>
            <a:off x="562100" y="1271864"/>
            <a:ext cx="10249334" cy="2571754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6000" dirty="0">
                <a:latin typeface="Arial Black" panose="020B0604020202020204" pitchFamily="34" charset="0"/>
                <a:cs typeface="Arial Black" panose="020B0604020202020204" pitchFamily="34" charset="0"/>
              </a:rPr>
              <a:t>Insert your section title here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E8A4FE-B994-F1AD-C188-624C40226C77}"/>
              </a:ext>
            </a:extLst>
          </p:cNvPr>
          <p:cNvSpPr txBox="1">
            <a:spLocks/>
          </p:cNvSpPr>
          <p:nvPr/>
        </p:nvSpPr>
        <p:spPr>
          <a:xfrm>
            <a:off x="548640" y="4373657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400" dirty="0">
                <a:latin typeface="BentonSans Regular" panose="02000503040000020004" pitchFamily="2" charset="0"/>
              </a:rPr>
              <a:t>Insert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en-US" sz="2400" dirty="0">
                <a:latin typeface="BentonSans Regular" panose="02000503040000020004" pitchFamily="2" charset="0"/>
              </a:rPr>
              <a:t> subtitle or any additional description text here up to</a:t>
            </a:r>
            <a:br>
              <a:rPr lang="en-US" sz="2400" dirty="0">
                <a:latin typeface="BentonSans Regular" panose="02000503040000020004" pitchFamily="2" charset="0"/>
              </a:rPr>
            </a:br>
            <a:r>
              <a:rPr lang="en-US" sz="2400" dirty="0">
                <a:latin typeface="BentonSans Regular" panose="02000503040000020004" pitchFamily="2" charset="0"/>
              </a:rPr>
              <a:t>two lines of text or you can delete this text box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9FE1EE-8AC8-6264-5B44-010A86915668}"/>
              </a:ext>
            </a:extLst>
          </p:cNvPr>
          <p:cNvCxnSpPr>
            <a:cxnSpLocks/>
          </p:cNvCxnSpPr>
          <p:nvPr/>
        </p:nvCxnSpPr>
        <p:spPr>
          <a:xfrm>
            <a:off x="718297" y="4091265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7566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91249-2E1F-7D78-42AE-01A7F026B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F6C971EA-D47E-5B13-F7D7-6F2C6AF9EB15}"/>
              </a:ext>
            </a:extLst>
          </p:cNvPr>
          <p:cNvSpPr txBox="1">
            <a:spLocks/>
          </p:cNvSpPr>
          <p:nvPr/>
        </p:nvSpPr>
        <p:spPr>
          <a:xfrm>
            <a:off x="562100" y="1271864"/>
            <a:ext cx="10249334" cy="2571754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6000" dirty="0">
                <a:latin typeface="Arial Black" panose="020B0604020202020204" pitchFamily="34" charset="0"/>
                <a:cs typeface="Arial Black" panose="020B0604020202020204" pitchFamily="34" charset="0"/>
              </a:rPr>
              <a:t>Insert your section title here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E2BA7DA-4B2F-AFFC-ADAA-F2A66F42FFDC}"/>
              </a:ext>
            </a:extLst>
          </p:cNvPr>
          <p:cNvSpPr txBox="1">
            <a:spLocks/>
          </p:cNvSpPr>
          <p:nvPr/>
        </p:nvSpPr>
        <p:spPr>
          <a:xfrm>
            <a:off x="548640" y="4373657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400" dirty="0">
                <a:latin typeface="BentonSans Regular" panose="02000503040000020004" pitchFamily="2" charset="0"/>
              </a:rPr>
              <a:t>Insert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en-US" sz="2400" dirty="0">
                <a:latin typeface="BentonSans Regular" panose="02000503040000020004" pitchFamily="2" charset="0"/>
              </a:rPr>
              <a:t> subtitle or any additional description text here up to</a:t>
            </a:r>
            <a:br>
              <a:rPr lang="en-US" sz="2400" dirty="0">
                <a:latin typeface="BentonSans Regular" panose="02000503040000020004" pitchFamily="2" charset="0"/>
              </a:rPr>
            </a:br>
            <a:r>
              <a:rPr lang="en-US" sz="2400" dirty="0">
                <a:latin typeface="BentonSans Regular" panose="02000503040000020004" pitchFamily="2" charset="0"/>
              </a:rPr>
              <a:t>two lines of text or you can delete this text box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B7953C-105B-72A4-19D8-E62A4461CAAE}"/>
              </a:ext>
            </a:extLst>
          </p:cNvPr>
          <p:cNvCxnSpPr>
            <a:cxnSpLocks/>
          </p:cNvCxnSpPr>
          <p:nvPr/>
        </p:nvCxnSpPr>
        <p:spPr>
          <a:xfrm>
            <a:off x="718297" y="4091265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3853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C2574A-D2FA-F9FB-E2A1-36CD355FE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0F3B2566-C648-052E-DE35-AB8407526D86}"/>
              </a:ext>
            </a:extLst>
          </p:cNvPr>
          <p:cNvSpPr txBox="1">
            <a:spLocks/>
          </p:cNvSpPr>
          <p:nvPr/>
        </p:nvSpPr>
        <p:spPr>
          <a:xfrm>
            <a:off x="562100" y="1271864"/>
            <a:ext cx="10249334" cy="2571754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6000" dirty="0">
                <a:latin typeface="Arial Black" panose="020B0604020202020204" pitchFamily="34" charset="0"/>
                <a:cs typeface="Arial Black" panose="020B0604020202020204" pitchFamily="34" charset="0"/>
              </a:rPr>
              <a:t>Insert your section title here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791147C7-67E2-809D-57A2-BF68CCA43022}"/>
              </a:ext>
            </a:extLst>
          </p:cNvPr>
          <p:cNvSpPr txBox="1">
            <a:spLocks/>
          </p:cNvSpPr>
          <p:nvPr/>
        </p:nvSpPr>
        <p:spPr>
          <a:xfrm>
            <a:off x="548640" y="4373657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400" dirty="0">
                <a:latin typeface="BentonSans Regular" panose="02000503040000020004" pitchFamily="2" charset="0"/>
              </a:rPr>
              <a:t>Insert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en-US" sz="2400" dirty="0">
                <a:latin typeface="BentonSans Regular" panose="02000503040000020004" pitchFamily="2" charset="0"/>
              </a:rPr>
              <a:t> subtitle or any additional description text here up to</a:t>
            </a:r>
            <a:br>
              <a:rPr lang="en-US" sz="2400" dirty="0">
                <a:latin typeface="BentonSans Regular" panose="02000503040000020004" pitchFamily="2" charset="0"/>
              </a:rPr>
            </a:br>
            <a:r>
              <a:rPr lang="en-US" sz="2400" dirty="0">
                <a:latin typeface="BentonSans Regular" panose="02000503040000020004" pitchFamily="2" charset="0"/>
              </a:rPr>
              <a:t>two lines of text or you can delete this text box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3887E24-2F38-8A21-2438-3E1E6A1C695F}"/>
              </a:ext>
            </a:extLst>
          </p:cNvPr>
          <p:cNvCxnSpPr>
            <a:cxnSpLocks/>
          </p:cNvCxnSpPr>
          <p:nvPr/>
        </p:nvCxnSpPr>
        <p:spPr>
          <a:xfrm>
            <a:off x="718297" y="4091265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366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4D813-F077-44E2-446C-25F9788CC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D36142FA-0915-6EA3-45B7-82C911F5F6ED}"/>
              </a:ext>
            </a:extLst>
          </p:cNvPr>
          <p:cNvSpPr txBox="1">
            <a:spLocks/>
          </p:cNvSpPr>
          <p:nvPr/>
        </p:nvSpPr>
        <p:spPr>
          <a:xfrm>
            <a:off x="562100" y="1271864"/>
            <a:ext cx="10249334" cy="2571754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6000" dirty="0">
                <a:latin typeface="Arial Black" panose="020B0604020202020204" pitchFamily="34" charset="0"/>
                <a:cs typeface="Arial Black" panose="020B0604020202020204" pitchFamily="34" charset="0"/>
              </a:rPr>
              <a:t>Insert your section title here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F0F438A-BAB8-7391-DB4B-42C0FA407BEA}"/>
              </a:ext>
            </a:extLst>
          </p:cNvPr>
          <p:cNvSpPr txBox="1">
            <a:spLocks/>
          </p:cNvSpPr>
          <p:nvPr/>
        </p:nvSpPr>
        <p:spPr>
          <a:xfrm>
            <a:off x="548640" y="4373657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400" dirty="0">
                <a:latin typeface="BentonSans Regular" panose="02000503040000020004" pitchFamily="2" charset="0"/>
              </a:rPr>
              <a:t>Insert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en-US" sz="2400" dirty="0">
                <a:latin typeface="BentonSans Regular" panose="02000503040000020004" pitchFamily="2" charset="0"/>
              </a:rPr>
              <a:t> subtitle or any additional description text here up to</a:t>
            </a:r>
            <a:br>
              <a:rPr lang="en-US" sz="2400" dirty="0">
                <a:latin typeface="BentonSans Regular" panose="02000503040000020004" pitchFamily="2" charset="0"/>
              </a:rPr>
            </a:br>
            <a:r>
              <a:rPr lang="en-US" sz="2400" dirty="0">
                <a:latin typeface="BentonSans Regular" panose="02000503040000020004" pitchFamily="2" charset="0"/>
              </a:rPr>
              <a:t>two lines of text or you can delete this text box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55C3755-DBDE-496C-A593-D859843D1DE5}"/>
              </a:ext>
            </a:extLst>
          </p:cNvPr>
          <p:cNvCxnSpPr>
            <a:cxnSpLocks/>
          </p:cNvCxnSpPr>
          <p:nvPr/>
        </p:nvCxnSpPr>
        <p:spPr>
          <a:xfrm>
            <a:off x="718297" y="4091265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05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8057FA-6CB1-FBD5-5C15-B1CB9F960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22CCCDF8-4C89-0B03-D468-D657DABA2722}"/>
              </a:ext>
            </a:extLst>
          </p:cNvPr>
          <p:cNvSpPr txBox="1">
            <a:spLocks/>
          </p:cNvSpPr>
          <p:nvPr/>
        </p:nvSpPr>
        <p:spPr>
          <a:xfrm>
            <a:off x="562100" y="1271864"/>
            <a:ext cx="10249334" cy="2571754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6000" dirty="0">
                <a:latin typeface="Arial Black" panose="020B0604020202020204" pitchFamily="34" charset="0"/>
                <a:cs typeface="Arial Black" panose="020B0604020202020204" pitchFamily="34" charset="0"/>
              </a:rPr>
              <a:t>Insert your section title here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E4A7FA35-0562-4F50-AFEB-65EA07DC5CB9}"/>
              </a:ext>
            </a:extLst>
          </p:cNvPr>
          <p:cNvSpPr txBox="1">
            <a:spLocks/>
          </p:cNvSpPr>
          <p:nvPr/>
        </p:nvSpPr>
        <p:spPr>
          <a:xfrm>
            <a:off x="548640" y="4373657"/>
            <a:ext cx="10854466" cy="11486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400" dirty="0">
                <a:latin typeface="BentonSans Regular" panose="02000503040000020004" pitchFamily="2" charset="0"/>
              </a:rPr>
              <a:t>Insert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en-US" sz="2400" dirty="0">
                <a:latin typeface="BentonSans Regular" panose="02000503040000020004" pitchFamily="2" charset="0"/>
              </a:rPr>
              <a:t> subtitle or any additional description text here up to</a:t>
            </a:r>
            <a:br>
              <a:rPr lang="en-US" sz="2400" dirty="0">
                <a:latin typeface="BentonSans Regular" panose="02000503040000020004" pitchFamily="2" charset="0"/>
              </a:rPr>
            </a:br>
            <a:r>
              <a:rPr lang="en-US" sz="2400" dirty="0">
                <a:latin typeface="BentonSans Regular" panose="02000503040000020004" pitchFamily="2" charset="0"/>
              </a:rPr>
              <a:t>two lines of text or you can delete this text box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2AAA79-35D7-8F40-C69F-1150124F93FA}"/>
              </a:ext>
            </a:extLst>
          </p:cNvPr>
          <p:cNvCxnSpPr>
            <a:cxnSpLocks/>
          </p:cNvCxnSpPr>
          <p:nvPr/>
        </p:nvCxnSpPr>
        <p:spPr>
          <a:xfrm>
            <a:off x="718297" y="4091265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42334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7">
            <a:extLst>
              <a:ext uri="{FF2B5EF4-FFF2-40B4-BE49-F238E27FC236}">
                <a16:creationId xmlns:a16="http://schemas.microsoft.com/office/drawing/2014/main" id="{2951F4C4-0130-5018-0E05-800DC792F78A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759A3985-EB6E-5E0B-7809-271EDE5F0F2C}"/>
              </a:ext>
            </a:extLst>
          </p:cNvPr>
          <p:cNvSpPr txBox="1">
            <a:spLocks/>
          </p:cNvSpPr>
          <p:nvPr/>
        </p:nvSpPr>
        <p:spPr>
          <a:xfrm>
            <a:off x="687605" y="2061882"/>
            <a:ext cx="5408395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 amet, consectetuer adipiscing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Maecenas porttitor congue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massa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Fusce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posuere, magna sed pulvinar ultricies, purus lectus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malesuada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libero. 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Sit amet commodo magna eros quis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51FA44-18B4-950F-4088-E327426D9A28}"/>
              </a:ext>
            </a:extLst>
          </p:cNvPr>
          <p:cNvCxnSpPr>
            <a:cxnSpLocks/>
          </p:cNvCxnSpPr>
          <p:nvPr/>
        </p:nvCxnSpPr>
        <p:spPr>
          <a:xfrm>
            <a:off x="3694579" y="1276347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C298E1D-8119-2CCA-71E2-63FF59DC02F0}"/>
              </a:ext>
            </a:extLst>
          </p:cNvPr>
          <p:cNvSpPr/>
          <p:nvPr/>
        </p:nvSpPr>
        <p:spPr>
          <a:xfrm>
            <a:off x="6382871" y="1909483"/>
            <a:ext cx="4589929" cy="4052047"/>
          </a:xfrm>
          <a:prstGeom prst="rect">
            <a:avLst/>
          </a:prstGeom>
          <a:solidFill>
            <a:schemeClr val="bg1">
              <a:alpha val="29743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90E4ECF7-1EB2-EE7A-3E69-6D7BD4B8B34C}"/>
              </a:ext>
            </a:extLst>
          </p:cNvPr>
          <p:cNvSpPr txBox="1">
            <a:spLocks/>
          </p:cNvSpPr>
          <p:nvPr/>
        </p:nvSpPr>
        <p:spPr>
          <a:xfrm>
            <a:off x="6922326" y="3564591"/>
            <a:ext cx="3511018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algn="ctr" fontAlgn="auto">
              <a:lnSpc>
                <a:spcPct val="100000"/>
              </a:lnSpc>
              <a:spcAft>
                <a:spcPts val="0"/>
              </a:spcAft>
            </a:pPr>
            <a:r>
              <a:rPr lang="en-US" sz="2800" cap="none" dirty="0">
                <a:solidFill>
                  <a:srgbClr val="323F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or Graph Here</a:t>
            </a:r>
          </a:p>
        </p:txBody>
      </p:sp>
    </p:spTree>
    <p:extLst>
      <p:ext uri="{BB962C8B-B14F-4D97-AF65-F5344CB8AC3E}">
        <p14:creationId xmlns:p14="http://schemas.microsoft.com/office/powerpoint/2010/main" val="3572368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576CF5-03B3-3FFC-829B-05CC275F0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73D46F39-2E78-F14D-46A6-A8A330876B36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8A930816-7AE1-9B68-D0F8-36A7ADA102D6}"/>
              </a:ext>
            </a:extLst>
          </p:cNvPr>
          <p:cNvSpPr txBox="1">
            <a:spLocks/>
          </p:cNvSpPr>
          <p:nvPr/>
        </p:nvSpPr>
        <p:spPr>
          <a:xfrm>
            <a:off x="687605" y="2061882"/>
            <a:ext cx="5408395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 amet, consectetuer adipiscing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Maecenas porttitor congue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massa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Fusce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posuere, magna sed pulvinar ultricies, purus lectus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malesuada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libero. 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Sit amet commodo magna eros quis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59B24F-90D4-E9BC-2A18-DC0AEBAF9387}"/>
              </a:ext>
            </a:extLst>
          </p:cNvPr>
          <p:cNvCxnSpPr>
            <a:cxnSpLocks/>
          </p:cNvCxnSpPr>
          <p:nvPr/>
        </p:nvCxnSpPr>
        <p:spPr>
          <a:xfrm>
            <a:off x="3694579" y="1276347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83E8880-EF67-5F47-CB38-CF256200B117}"/>
              </a:ext>
            </a:extLst>
          </p:cNvPr>
          <p:cNvSpPr/>
          <p:nvPr/>
        </p:nvSpPr>
        <p:spPr>
          <a:xfrm>
            <a:off x="6382871" y="1909483"/>
            <a:ext cx="4589929" cy="4052047"/>
          </a:xfrm>
          <a:prstGeom prst="rect">
            <a:avLst/>
          </a:prstGeom>
          <a:solidFill>
            <a:schemeClr val="bg1">
              <a:alpha val="29743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7">
            <a:extLst>
              <a:ext uri="{FF2B5EF4-FFF2-40B4-BE49-F238E27FC236}">
                <a16:creationId xmlns:a16="http://schemas.microsoft.com/office/drawing/2014/main" id="{1647ED62-4467-C6D9-34F9-F347E8A5C7A4}"/>
              </a:ext>
            </a:extLst>
          </p:cNvPr>
          <p:cNvSpPr txBox="1">
            <a:spLocks/>
          </p:cNvSpPr>
          <p:nvPr/>
        </p:nvSpPr>
        <p:spPr>
          <a:xfrm>
            <a:off x="6922326" y="3564591"/>
            <a:ext cx="3511018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algn="ctr" fontAlgn="auto">
              <a:lnSpc>
                <a:spcPct val="100000"/>
              </a:lnSpc>
              <a:spcAft>
                <a:spcPts val="0"/>
              </a:spcAft>
            </a:pPr>
            <a:r>
              <a:rPr lang="en-US" sz="2800" cap="none" dirty="0">
                <a:solidFill>
                  <a:srgbClr val="323F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or Graph Here</a:t>
            </a:r>
          </a:p>
        </p:txBody>
      </p:sp>
    </p:spTree>
    <p:extLst>
      <p:ext uri="{BB962C8B-B14F-4D97-AF65-F5344CB8AC3E}">
        <p14:creationId xmlns:p14="http://schemas.microsoft.com/office/powerpoint/2010/main" val="573940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50C005-28FB-0134-4E3A-66EF740E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C540316B-7CC9-9D27-B9DE-2CDE75CCA11B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650EBB70-01F5-2F75-11C2-0F2E9A6A713E}"/>
              </a:ext>
            </a:extLst>
          </p:cNvPr>
          <p:cNvSpPr txBox="1">
            <a:spLocks/>
          </p:cNvSpPr>
          <p:nvPr/>
        </p:nvSpPr>
        <p:spPr>
          <a:xfrm>
            <a:off x="687605" y="2061882"/>
            <a:ext cx="5408395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 amet, consectetuer adipiscing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Maecenas porttitor congue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massa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Fusce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posuere, magna sed pulvinar ultricies, purus lectus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malesuada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libero. 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Sit amet commodo magna eros quis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F50D5C-033D-AAD1-EF03-DC59E98A6842}"/>
              </a:ext>
            </a:extLst>
          </p:cNvPr>
          <p:cNvCxnSpPr>
            <a:cxnSpLocks/>
          </p:cNvCxnSpPr>
          <p:nvPr/>
        </p:nvCxnSpPr>
        <p:spPr>
          <a:xfrm>
            <a:off x="3694579" y="1276347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D725F24-3793-30AA-264F-97E326D60BD3}"/>
              </a:ext>
            </a:extLst>
          </p:cNvPr>
          <p:cNvSpPr/>
          <p:nvPr/>
        </p:nvSpPr>
        <p:spPr>
          <a:xfrm>
            <a:off x="6382871" y="1909483"/>
            <a:ext cx="4589929" cy="4052047"/>
          </a:xfrm>
          <a:prstGeom prst="rect">
            <a:avLst/>
          </a:prstGeom>
          <a:solidFill>
            <a:schemeClr val="bg1">
              <a:alpha val="29743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7">
            <a:extLst>
              <a:ext uri="{FF2B5EF4-FFF2-40B4-BE49-F238E27FC236}">
                <a16:creationId xmlns:a16="http://schemas.microsoft.com/office/drawing/2014/main" id="{6A93A392-8D43-2C22-025F-488E32D550E0}"/>
              </a:ext>
            </a:extLst>
          </p:cNvPr>
          <p:cNvSpPr txBox="1">
            <a:spLocks/>
          </p:cNvSpPr>
          <p:nvPr/>
        </p:nvSpPr>
        <p:spPr>
          <a:xfrm>
            <a:off x="6922326" y="3564591"/>
            <a:ext cx="3511018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algn="ctr" fontAlgn="auto">
              <a:lnSpc>
                <a:spcPct val="100000"/>
              </a:lnSpc>
              <a:spcAft>
                <a:spcPts val="0"/>
              </a:spcAft>
            </a:pPr>
            <a:r>
              <a:rPr lang="en-US" sz="2800" cap="none" dirty="0">
                <a:solidFill>
                  <a:srgbClr val="323F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or Graph Here</a:t>
            </a:r>
          </a:p>
        </p:txBody>
      </p:sp>
    </p:spTree>
    <p:extLst>
      <p:ext uri="{BB962C8B-B14F-4D97-AF65-F5344CB8AC3E}">
        <p14:creationId xmlns:p14="http://schemas.microsoft.com/office/powerpoint/2010/main" val="42537933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E372F9-C2EB-25CA-4CEA-AE8A993D7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CD5E0AC6-9273-1527-326D-4493E59C48F6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6295A117-F4B1-F98E-FE3F-C5511342964B}"/>
              </a:ext>
            </a:extLst>
          </p:cNvPr>
          <p:cNvSpPr txBox="1">
            <a:spLocks/>
          </p:cNvSpPr>
          <p:nvPr/>
        </p:nvSpPr>
        <p:spPr>
          <a:xfrm>
            <a:off x="687605" y="2061882"/>
            <a:ext cx="5408395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 amet, consectetuer adipiscing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Maecenas porttitor congue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massa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Fusce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posuere, magna sed pulvinar ultricies, purus lectus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malesuada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libero. 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Sit amet commodo magna eros quis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27C937-2C1B-9C62-3DDA-A01992BA49AE}"/>
              </a:ext>
            </a:extLst>
          </p:cNvPr>
          <p:cNvCxnSpPr>
            <a:cxnSpLocks/>
          </p:cNvCxnSpPr>
          <p:nvPr/>
        </p:nvCxnSpPr>
        <p:spPr>
          <a:xfrm>
            <a:off x="3694579" y="1276347"/>
            <a:ext cx="849742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039D5B-8262-C67D-7A12-39BF08A562CC}"/>
              </a:ext>
            </a:extLst>
          </p:cNvPr>
          <p:cNvSpPr/>
          <p:nvPr/>
        </p:nvSpPr>
        <p:spPr>
          <a:xfrm>
            <a:off x="6382871" y="1909483"/>
            <a:ext cx="4589929" cy="4052047"/>
          </a:xfrm>
          <a:prstGeom prst="rect">
            <a:avLst/>
          </a:prstGeom>
          <a:solidFill>
            <a:schemeClr val="bg1">
              <a:alpha val="29743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7">
            <a:extLst>
              <a:ext uri="{FF2B5EF4-FFF2-40B4-BE49-F238E27FC236}">
                <a16:creationId xmlns:a16="http://schemas.microsoft.com/office/drawing/2014/main" id="{CF053F87-1C5A-95D0-5EA6-50A49992BFA4}"/>
              </a:ext>
            </a:extLst>
          </p:cNvPr>
          <p:cNvSpPr txBox="1">
            <a:spLocks/>
          </p:cNvSpPr>
          <p:nvPr/>
        </p:nvSpPr>
        <p:spPr>
          <a:xfrm>
            <a:off x="6922326" y="3564591"/>
            <a:ext cx="3511018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algn="ctr" fontAlgn="auto">
              <a:lnSpc>
                <a:spcPct val="100000"/>
              </a:lnSpc>
              <a:spcAft>
                <a:spcPts val="0"/>
              </a:spcAft>
            </a:pPr>
            <a:r>
              <a:rPr lang="en-US" sz="2800" cap="none" dirty="0">
                <a:solidFill>
                  <a:srgbClr val="323F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or Graph Here</a:t>
            </a:r>
          </a:p>
        </p:txBody>
      </p:sp>
    </p:spTree>
    <p:extLst>
      <p:ext uri="{BB962C8B-B14F-4D97-AF65-F5344CB8AC3E}">
        <p14:creationId xmlns:p14="http://schemas.microsoft.com/office/powerpoint/2010/main" val="29005274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B7888-0132-CFF0-056F-9B6B4CD9F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488E87DC-FB89-9238-FE3A-ECFCF63DD947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2DF9F49-D6F7-A73B-CC8C-BE731E37375A}"/>
              </a:ext>
            </a:extLst>
          </p:cNvPr>
          <p:cNvSpPr txBox="1">
            <a:spLocks/>
          </p:cNvSpPr>
          <p:nvPr/>
        </p:nvSpPr>
        <p:spPr>
          <a:xfrm>
            <a:off x="687605" y="2061882"/>
            <a:ext cx="5408395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 amet, consectetuer adipiscing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Maecenas porttitor congue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massa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Fusce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posuere, magna sed pulvinar ultricies, purus lectus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malesuada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libero. 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 amet commodo magna eros quis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B38578-3657-42D2-8993-A7F941618CF2}"/>
              </a:ext>
            </a:extLst>
          </p:cNvPr>
          <p:cNvCxnSpPr>
            <a:cxnSpLocks/>
          </p:cNvCxnSpPr>
          <p:nvPr/>
        </p:nvCxnSpPr>
        <p:spPr>
          <a:xfrm>
            <a:off x="3694579" y="1276347"/>
            <a:ext cx="8497421" cy="0"/>
          </a:xfrm>
          <a:prstGeom prst="line">
            <a:avLst/>
          </a:prstGeom>
          <a:ln w="19050">
            <a:solidFill>
              <a:srgbClr val="BF5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2EBCA3-9DD8-8F8F-B02A-7877EACA1301}"/>
              </a:ext>
            </a:extLst>
          </p:cNvPr>
          <p:cNvSpPr/>
          <p:nvPr/>
        </p:nvSpPr>
        <p:spPr>
          <a:xfrm>
            <a:off x="6382871" y="1909483"/>
            <a:ext cx="4589929" cy="4052047"/>
          </a:xfrm>
          <a:prstGeom prst="rect">
            <a:avLst/>
          </a:prstGeom>
          <a:solidFill>
            <a:srgbClr val="323F48">
              <a:alpha val="2974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7">
            <a:extLst>
              <a:ext uri="{FF2B5EF4-FFF2-40B4-BE49-F238E27FC236}">
                <a16:creationId xmlns:a16="http://schemas.microsoft.com/office/drawing/2014/main" id="{6A10081A-DB83-5D12-E1AF-122F9B31F393}"/>
              </a:ext>
            </a:extLst>
          </p:cNvPr>
          <p:cNvSpPr txBox="1">
            <a:spLocks/>
          </p:cNvSpPr>
          <p:nvPr/>
        </p:nvSpPr>
        <p:spPr>
          <a:xfrm>
            <a:off x="6922326" y="3564591"/>
            <a:ext cx="3511018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algn="ctr" fontAlgn="auto">
              <a:lnSpc>
                <a:spcPct val="100000"/>
              </a:lnSpc>
              <a:spcAft>
                <a:spcPts val="0"/>
              </a:spcAft>
            </a:pPr>
            <a:r>
              <a:rPr lang="en-US" sz="2800" cap="none" dirty="0">
                <a:solidFill>
                  <a:srgbClr val="323F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or Graph Here</a:t>
            </a:r>
          </a:p>
        </p:txBody>
      </p:sp>
    </p:spTree>
    <p:extLst>
      <p:ext uri="{BB962C8B-B14F-4D97-AF65-F5344CB8AC3E}">
        <p14:creationId xmlns:p14="http://schemas.microsoft.com/office/powerpoint/2010/main" val="11426169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1D781-A895-4AAD-F29E-1B31A636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7">
            <a:extLst>
              <a:ext uri="{FF2B5EF4-FFF2-40B4-BE49-F238E27FC236}">
                <a16:creationId xmlns:a16="http://schemas.microsoft.com/office/drawing/2014/main" id="{AAB33351-83C3-28DA-851D-CC3F823091B3}"/>
              </a:ext>
            </a:extLst>
          </p:cNvPr>
          <p:cNvSpPr txBox="1">
            <a:spLocks/>
          </p:cNvSpPr>
          <p:nvPr/>
        </p:nvSpPr>
        <p:spPr>
          <a:xfrm>
            <a:off x="311087" y="896470"/>
            <a:ext cx="10249334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lnSpc>
                <a:spcPct val="100000"/>
              </a:lnSpc>
              <a:spcAft>
                <a:spcPts val="0"/>
              </a:spcAft>
            </a:pPr>
            <a:r>
              <a:rPr lang="en-US" sz="4000" cap="none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Slide Title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ECE765FE-25B0-AD28-31D4-21B9E429375C}"/>
              </a:ext>
            </a:extLst>
          </p:cNvPr>
          <p:cNvSpPr txBox="1">
            <a:spLocks/>
          </p:cNvSpPr>
          <p:nvPr/>
        </p:nvSpPr>
        <p:spPr>
          <a:xfrm>
            <a:off x="687605" y="2061882"/>
            <a:ext cx="5408395" cy="2277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 amet, consectetuer adipiscing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Maecenas porttitor congue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massa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Fusce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posuere, magna sed pulvinar ultricies, purus lectus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malesuada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libero. </a:t>
            </a:r>
          </a:p>
          <a:p>
            <a:pPr marL="342900" indent="-342900" fontAlgn="auto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 amet commodo magna eros quis </a:t>
            </a:r>
            <a:r>
              <a:rPr lang="en-US" sz="2000" dirty="0" err="1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urna</a:t>
            </a:r>
            <a:r>
              <a:rPr lang="en-US" sz="2000" dirty="0">
                <a:solidFill>
                  <a:srgbClr val="BF57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D74D31-26BC-DBEE-6C79-2260D21D44A1}"/>
              </a:ext>
            </a:extLst>
          </p:cNvPr>
          <p:cNvCxnSpPr>
            <a:cxnSpLocks/>
          </p:cNvCxnSpPr>
          <p:nvPr/>
        </p:nvCxnSpPr>
        <p:spPr>
          <a:xfrm>
            <a:off x="3694579" y="1276347"/>
            <a:ext cx="8497421" cy="0"/>
          </a:xfrm>
          <a:prstGeom prst="line">
            <a:avLst/>
          </a:prstGeom>
          <a:ln w="19050">
            <a:solidFill>
              <a:srgbClr val="BF5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CA4AB0D-A275-13B0-E65F-C340290DC9D6}"/>
              </a:ext>
            </a:extLst>
          </p:cNvPr>
          <p:cNvSpPr/>
          <p:nvPr/>
        </p:nvSpPr>
        <p:spPr>
          <a:xfrm>
            <a:off x="6382871" y="1909483"/>
            <a:ext cx="4589929" cy="4052047"/>
          </a:xfrm>
          <a:prstGeom prst="rect">
            <a:avLst/>
          </a:prstGeom>
          <a:solidFill>
            <a:srgbClr val="323F48">
              <a:alpha val="2974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7">
            <a:extLst>
              <a:ext uri="{FF2B5EF4-FFF2-40B4-BE49-F238E27FC236}">
                <a16:creationId xmlns:a16="http://schemas.microsoft.com/office/drawing/2014/main" id="{8DB94B69-DB46-0E1F-28D8-0A56C5E3C240}"/>
              </a:ext>
            </a:extLst>
          </p:cNvPr>
          <p:cNvSpPr txBox="1">
            <a:spLocks/>
          </p:cNvSpPr>
          <p:nvPr/>
        </p:nvSpPr>
        <p:spPr>
          <a:xfrm>
            <a:off x="6922326" y="3564591"/>
            <a:ext cx="3511018" cy="741829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algn="ctr" fontAlgn="auto">
              <a:lnSpc>
                <a:spcPct val="100000"/>
              </a:lnSpc>
              <a:spcAft>
                <a:spcPts val="0"/>
              </a:spcAft>
            </a:pPr>
            <a:r>
              <a:rPr lang="en-US" sz="2800" cap="none" dirty="0">
                <a:solidFill>
                  <a:srgbClr val="323F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or Graph Here</a:t>
            </a:r>
          </a:p>
        </p:txBody>
      </p:sp>
    </p:spTree>
    <p:extLst>
      <p:ext uri="{BB962C8B-B14F-4D97-AF65-F5344CB8AC3E}">
        <p14:creationId xmlns:p14="http://schemas.microsoft.com/office/powerpoint/2010/main" val="2084148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LBJ_Powerpoint_Template" id="{3D017311-F33B-264E-B6F4-E582CD26E848}" vid="{C3CF3B43-2C69-3F43-B5C0-DF2714973FF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4560</TotalTime>
  <Words>837</Words>
  <Application>Microsoft Office PowerPoint</Application>
  <PresentationFormat>Widescreen</PresentationFormat>
  <Paragraphs>104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Arial Black</vt:lpstr>
      <vt:lpstr>BentonSans 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Basham, Heather R</dc:creator>
  <cp:lastModifiedBy>Denning, Jeff</cp:lastModifiedBy>
  <cp:revision>6</cp:revision>
  <dcterms:created xsi:type="dcterms:W3CDTF">2025-08-05T16:54:13Z</dcterms:created>
  <dcterms:modified xsi:type="dcterms:W3CDTF">2026-08-30T21:03:21Z</dcterms:modified>
</cp:coreProperties>
</file>
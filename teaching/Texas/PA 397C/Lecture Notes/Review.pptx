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Proxima Nova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66f05394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66f05394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566f05394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566f05394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66f05394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66f05394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66f05394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66f05394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66f05394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566f05394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566f053942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566f053942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66f05394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66f05394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66f053942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66f053942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Review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RCT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Interpretation is key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Only get a causal interpretation of thing that is randomized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Assumption is that unobserved characteristics are balanced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Check by checking balance on observables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Potential outcomes are smooth through the threshold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Pictures help a lot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Fuzzy v Sharp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Estimating equation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Checks: Check for density, Check for continuity of covariates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First Stage--Instrument is correlated with treatment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Independence--Instrument is as good as randomly assigned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Exclusion--Instrument only affects outcome through treatment variable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IV2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Reduced Form/Intent to Treat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First Stage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Always taker, Never Taker, Complier, Defier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LATE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Need to assume monotonicity or no defiers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TOT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Parallel Trends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Equation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Generalization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What do the fixed effects do? What don’t they?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Event Study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Matching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Must assume that within matched group it is as good as random who receives treatment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Various ways to do this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Synthetic Control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Good for case studies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Algorithm picks weights on donor pool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Creates synthetic version of treated group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Inference is a little different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Observations are likely often to be correlated.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 standard errors do not deal with this type of autocorrelation.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Clustering standard errors can address this issue.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On-screen Show (16:9)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Proxima Nova</vt:lpstr>
      <vt:lpstr>Spearmint</vt:lpstr>
      <vt:lpstr>Midterm Review</vt:lpstr>
      <vt:lpstr>RCT</vt:lpstr>
      <vt:lpstr>RD</vt:lpstr>
      <vt:lpstr>IV</vt:lpstr>
      <vt:lpstr>IV2</vt:lpstr>
      <vt:lpstr>DD</vt:lpstr>
      <vt:lpstr>Matching</vt:lpstr>
      <vt:lpstr>Synthetic Control</vt:lpstr>
      <vt:lpstr>Inference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Denning, Jeff</cp:lastModifiedBy>
  <cp:revision>1</cp:revision>
  <dcterms:modified xsi:type="dcterms:W3CDTF">2026-10-21T13:18:28Z</dcterms:modified>
</cp:coreProperties>
</file>